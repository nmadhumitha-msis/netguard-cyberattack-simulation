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77f11b1e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77f11b1e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77f11b1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77f11b1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77f11b1e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77f11b1e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77f11b1e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77f11b1e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77f11b1e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77f11b1e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82cd39f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82cd39f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77f11b1e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77f11b1e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77f11b1e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77f11b1e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77f11b1e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77f11b1e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1650778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1650778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005810e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8005810e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1650778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81650778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77f11b1e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77f11b1e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77f11b1e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77f11b1e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77f11b1e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77f11b1e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mermaid.live/edit#pako:eNqVV99z4jYQ_lc8fjIDyRAIBfzQmVxy7aWTZNILc53p5R6EtTFqbMmV5Fy4TPK3dyUbkGzDpTxg2F2t9vv2h-SXMBEUwjhMMqLUBSOpJPk9D_BjJcEN6LQkkgYvldR8-jlhPLrTkvH067eAyFT1Ku1r9XAdXKPtb-gUXA9Hv0tSrG4JhyxIC0e-YDnIQLHc_nAUf1yRJRpny-yWJI-gVafukj9AooF2K5XIyD7lHcvvNGodlNvIo56zhBRFtr5G0iS_0-sMKfDUCnRZGE-lsvDayitIgdM9SgyjxCCZ4JaAtsGHUmvBzxJjojx1IgHj_0w4FbmlN9qfFIf-VlaC1Hw70hsEi2nm-HBZv2L8EeifJZTwVuXkLSjs08ocyzMpyfqKKb21Ixj_E7QzuRQiA8JxN9bOpKNsZbK_QxTVKFxukHGQuOKcySSDK7IWpfa5XQmpQelbolcR4zpQMhkE5geC1r1gB-GSa0ygfHP2JpRWUKLqERSO677SULh79VPQmzo9FyXHQMxGDYMa4V6DM4fBbiMESuRZtumXZgifgGR6tTbJVdXar98cQir-jdbS8eSSVdPfqewX2DUYUV4IDhiVTQZL1DYf-6rRK0TrFaRmiVdyH4idN_SfZuJtGF96fk4-0rSKr6wy6YXJgaWrpZCqRtAkoP-lRehB2BJy8QRIt9lVefoOxMaHN1GNPaMNwXPj_9r5fy4yIYPEfDvSukU6umenavfOFhGjFVPP1WO9H0Bd6E0ISpQygYbQdBDjdqi9H4C6JhlLmChV5yDZdGEgsZOhUTlWdskpuARSUS4zCAopUgnK8dqve9fveqUHQR1i73_YDoINgpxk3hQA_dmEFe3D0GjP81JK7B-bmo72v4Hnbh2hT4Qn3pGFtUmSFdCLXR5wWR3n3gxjr3ktaUt2BYQ2yE7M8PEbr6olDbkbhBYWeXvUVIMqajdT1UQkKz1uFPvhoe4I3T2ZFm8tFEbWALIRa8Kyn-AD_q9xHC1aCClUml6w8KbGx7zQ6ybj78VyzThO6qKJY4FzEDEUjWCNQ6_7FA5RDLXFYsUwOn9_tEfqO8ttTh69kxPJ7pB-J4WVkqpHlq4S-88CPzgeL7BFTCW3Zoy5h1w2RyWtrRtTbePEm27G1uUiwcOKSFiIyNtX6BXIw8mprhOXieBecjpHW1d-duuj7fywZq0DtbapT1VjtztYO2f29iKBC_9iFG81XbcMVH4yB6HeW4Xb-__R0a_OXT4OqutmPUd3CmPm3C7RTnDsKt5p6PAXB6XaeHPWb90dMrCjKcaJy0m6x6Q-rw4bOXPj0HZ1S_4som0hteysiZmvrmbjtWO50kJuzNwYPWCVUTgIU8loGGtZwiDEVwh8V8O_oa3P-xBrOof7MMafFB5Imen78J6_4rKC8L-FyDcr8UxKV2H8QDKF_8qCYrLr18OtCb7GgLSXzzCezIfWRxi_hM9hPJqPjmez8Ww0ns8no_F4ejoI12F8MjseTUfz0_np5OSXyelsOH0dhD_stsPj2XQyHA6nJ5PRZDIdT8ev_wE-mVt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vjwphY2dBClsnA_8uC7mz2O_2qRUTdh-/view" TargetMode="External"/><Relationship Id="rId4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Times New Roman"/>
                <a:ea typeface="Times New Roman"/>
                <a:cs typeface="Times New Roman"/>
                <a:sym typeface="Times New Roman"/>
              </a:rPr>
              <a:t>NetGuard: A Real-Time Network Attack Detection &amp; Isolation Simulator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264600" y="2237325"/>
            <a:ext cx="8520600" cy="14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INFO 6205 Final Project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- Madhumitha Nandhikatti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- Priyanka Bhadrappanavar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- Srivardhan Karanam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Description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3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computer networks face constant threats from malicious packets, botnets, and worm-like propagations.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small infections can spread rapidly if not isolated in time.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of the Project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</a:t>
            </a: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real-time network defense simulator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that: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Visualizes network nodes and packet flow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malicious packet propagation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infected nodes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isolates compromised nodes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how threats spread vs. how defenses respond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matters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simulation helps students understand: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Graph-based network topology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Infection spread dynamics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of node isolation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Defense strategies in real time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Analysis (Initial Study &amp; Research)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1143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studied the following topics: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Theory: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Networks modeled as undirected graphs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 movement via shortest paths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 representation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Networking: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 propagation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Malicious packet behavior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compromise and isolation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Cybersecurity Concepts: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Infection spread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Quarantine/isolation strategies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threat visualization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Algorithmic Approaches: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Dijkstra's algorithm for shortest paths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MinHeap for priority queue in Dijkstra's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LinkedQueue for packet scheduling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traversal for routing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○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Timer-based event simulation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83A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Design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6" title="svgviewer-png-outpu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550" y="403575"/>
            <a:ext cx="4525249" cy="437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Key Design Principles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Separation of 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simulation loop with Timer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graph structure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Encapsulated node/packet behavior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extend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Flowchart (System Logic)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8" title="svg1.jpg"/>
          <p:cNvPicPr preferRelativeResize="0"/>
          <p:nvPr/>
        </p:nvPicPr>
        <p:blipFill rotWithShape="1">
          <a:blip r:embed="rId3">
            <a:alphaModFix/>
          </a:blip>
          <a:srcRect b="11933" l="0" r="0" t="0"/>
          <a:stretch/>
        </p:blipFill>
        <p:spPr>
          <a:xfrm>
            <a:off x="4971775" y="151213"/>
            <a:ext cx="3666576" cy="4841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 title="svgviewer-png-out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38" y="2069425"/>
            <a:ext cx="4211275" cy="89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9" title="mermaid-diagram-2025-11-21-222637.png"/>
          <p:cNvPicPr preferRelativeResize="0"/>
          <p:nvPr/>
        </p:nvPicPr>
        <p:blipFill rotWithShape="1">
          <a:blip r:embed="rId3">
            <a:alphaModFix/>
          </a:blip>
          <a:srcRect b="0" l="33905" r="32189" t="0"/>
          <a:stretch/>
        </p:blipFill>
        <p:spPr>
          <a:xfrm>
            <a:off x="1570912" y="858675"/>
            <a:ext cx="6002176" cy="35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4704250" y="4599525"/>
            <a:ext cx="3254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Live Mermaid Link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Algorithms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644675" y="256050"/>
            <a:ext cx="4166400" cy="45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Shortest Path Algorithm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Dijkstra's algorithm with MinHeap priority queue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Complexity: O((V + E) log V)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Avoids isolated nodes during pathfinding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Maintains parent pointers for route reconstruction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 rerouting when nodes are quarantined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Infection Cascade Algorithm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3-stage time-based progression: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1. Immediate: Orange color (infected)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2. 700ms: Darker orange (infection spreading) 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3. 1400ms: Gray (isolated/quarantined)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Implemented using nested javax.swing.Timer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Prevents 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reinfection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already infected nodes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7150" lvl="0" marL="1714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Isolation Algorithm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node from active routing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Packets reroute around isolated nodes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tracking arrays (infected[], isolated[])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Prevents further infection spread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Animation Loop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Swing Timer fires every 30ms (~33 FPS)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interpolation for smooth packet movement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status updates (packets, infected, isolated)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Canvas repainted each frame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Implementation (Tools &amp; APIs)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572000" y="214150"/>
            <a:ext cx="4166400" cy="46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Tools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21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NetBeans IDE 22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Swing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GUI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Graphics2D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 for custom rendering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javax.swing.Timer for animation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Data Structures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Adjacency list for network topology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MinHeap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Priority queue for Dijkstra's (Ch. 27)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Bag 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Linked list for neighbor storage (Ch. 1-3)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LinkedQueue 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FIFO packet scheduling (Ch. 7-8)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NodeDistance</a:t>
            </a: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Wrapper for MinHeap integration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Classes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● MainFrame → GUI container and event handling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● GraphPanel → Visualization and simulation logic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● Node → Visual node representation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● Packet → Data transfer with routing information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Pattern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Separation of concerns (GUI vs. Logic)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Event-driven architecture (Swing Timer)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MVC-inspired: Model (Graph, Node, Packet),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View (GraphPanel, MainFrame), Controller (Timer, Handlers)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(Screenshots)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300" y="294800"/>
            <a:ext cx="5795349" cy="43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(Screenshots)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700" y="500925"/>
            <a:ext cx="5841902" cy="43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7750" y="518375"/>
            <a:ext cx="5748951" cy="4310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(Screenshots)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(Recording)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25" title="NetGuard-Vide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4400" y="152400"/>
            <a:ext cx="6417201" cy="47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Discussion (Reflection)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learned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infections propagate through a graph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node isolation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simulation handling via Swing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cybersecurity concepts with ADTs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layout design in NetBeans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Synchronizing infection timers with main simulation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Integrating MinHeap with Dijkstra's algorithm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edge cases (isolated source/destination nodes)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graph generation with variable node counts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Improvements made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NodeDistance wrapper for MinHeap compatibility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getHealthyNodes() to prevent unreachable packets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clearAllPackets() for proper graph regeneration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JavaDoc for code maintainability</a:t>
            </a:r>
            <a:b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Takeaways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NetGuard successfully simulates real-time network attack propagation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effectiveness of automated isolation strategies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entirely with custom ADTs (no external libraries)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functional GUI with dynamic visualizations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course requirements met (Bag, Queue, Heap, Graph)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Achievements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Dijkstra's algorithm with custom MinHeap (O((V+E) log V))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33 FPS animation with linear interpolation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3-stage infection cascade with timer synchronization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graph generation (10-15 nodes)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packet routing avoiding isolated nodes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edges for realistic network latency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Firewall nodes with packet filtering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improvements for 100+ node networks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heatmap visualization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ML-based prediction of attacks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Job Assignments (Team Contributions)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Madhumitha N.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LinkedQueue FIFO system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GraphPanel rendering engine (paintComponent)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circle layout positioning algorithm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packet animation with interpolation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presentation slides + documentation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Priyanka B.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MinHeap priority queue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Bag adjacency list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infection cascade timing in GraphPanel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GUI in NetBeans (MainFrame) and Connected GUI components to backend logic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JavaDoc documentation, performed testing and fixed bugs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Srivardhan K.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Graph ADT with adjacency list (Ch. 29-30)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Dijkstra's shortest path algorithm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Node and Packet data models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network topology structure (ring + hub)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